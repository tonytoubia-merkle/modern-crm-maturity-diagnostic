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CRM Maturity Diagnostic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45720"/>
          </a:xfrm>
          <a:prstGeom prst="rect">
            <a:avLst/>
          </a:prstGeom>
          <a:solidFill>
            <a:srgbClr val="8E24C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assessment modes → Shared scoring pipeline → Actionable outputs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Assessment Modes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produce identical ResponseItem[] output → same scoring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0F4FF"/>
          </a:solidFill>
          <a:ln w="254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/project/new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Multiple stakeholders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Distribute unique survey links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completion on dashboard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Aggregate responses (avg + variance)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workshop agenda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Auto-create Miro boards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SME RACI per opportunity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8E24C6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371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4F4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6304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Assessment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/assessment/new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respondent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 questions, 8 sections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1-5 score per question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'Not sure' option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Optional industry module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results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Internal discovery / triage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46304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18288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/assessment/chat  ·  /marketing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219456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dialogue (Gemini 3)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infers 1-5 scores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answer covers multiple Qs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Coverage tracker sidebar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 I/O (Gemini TTS)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'Still thinking' ring UX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+ edit before submit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47091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28800" y="51206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00205B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51663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SCORING PIPELINE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557784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ResponseItem[] → Capability Scores (8) → Overall Score → Maturity Stage (1-4) → Triggered Opportunities (top 6)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&amp; Activation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Page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stage card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heatmap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cards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Client 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narrative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records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table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Copy-to-clipboard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F0F4FF"/>
          </a:solidFill>
          <a:ln w="1905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80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Agenda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Vignettes → gaps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De-duplicated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Half/full/two-day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guides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69480" y="11887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280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17373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PPTX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link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 boards (auto)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via print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0" y="11887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FAF5FF"/>
          </a:solidFill>
          <a:ln w="19050">
            <a:solidFill>
              <a:srgbClr val="8E24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1280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 Kit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17373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templates (4)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checklist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RACI mapping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playbook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Agenda + Miro boards only generated for Workshop Projects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→ Workshop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capability gaps become structured workshop exercises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Capability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Identity = 2.1)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173736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417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148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Merkury 360)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17720" y="173736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17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Vignette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Data Value Map)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49440" y="173736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6948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417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2148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Identity Architect)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281160" y="173736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AF5FF"/>
          </a:solidFill>
          <a:ln w="19050">
            <a:solidFill>
              <a:srgbClr val="8E24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1417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0" y="2148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 min exercise)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 Rules (prevent overlapping exercises)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Identity Data Mapping  ↔  Tech Stack Audit  (pick one)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Lifecycle Touchpoint  ↔  Signal Capture Discovery  (pick one)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Journey Orchestration  ↔  CRM Intelligence Loop  (pick one)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 Loyalty Assessment  ↔  Gamification Mechanics  (pick one)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auto-sizes:    ≤3 vignettes = Half-day    |    4-5 = Full-day    |    6 = Two-day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Capability Dimensions + 4 Maturity Stages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Recognition  (4 Qs)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0515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14630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Understanding  (3 Qs)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0515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4630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Best Action  (3 Qs)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61120" y="100584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10515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98280" y="14630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Delivery  (5 Qs)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402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Activation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  (3 Qs)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19456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2402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Optim.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6517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  (4 Qs)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219456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2402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Realization  (4 Qs)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61120" y="219456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22402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26517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 (4 Qs)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Stages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265176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77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Campaign-Centric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&lt; 1.75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3931920"/>
            <a:ext cx="2651760" cy="822960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3977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Segmented Engagement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43434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1.75 – 2.74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931920"/>
            <a:ext cx="2651760" cy="82296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3977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Orchestrated Engagement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43434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2.75 – 3.74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61120" y="3931920"/>
            <a:ext cx="265176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0" y="3977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Relationship Growth Engine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52560" y="43434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3.75+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core questions + 5 optional industry questions (Retail, QSR, Financial Services, Travel &amp; Hospitality, Automotive)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2026-04-16T03:16:03Z</dcterms:created>
  <dcterms:modified xsi:type="dcterms:W3CDTF">2026-04-16T03:16:03Z</dcterms:modified>
</cp:coreProperties>
</file>